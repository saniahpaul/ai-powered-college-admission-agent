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1" r:id="rId12"/>
    <p:sldId id="302" r:id="rId13"/>
    <p:sldId id="303" r:id="rId14"/>
    <p:sldId id="310" r:id="rId15"/>
    <p:sldId id="311" r:id="rId16"/>
    <p:sldId id="312" r:id="rId17"/>
    <p:sldId id="305" r:id="rId18"/>
    <p:sldId id="306" r:id="rId19"/>
    <p:sldId id="307" r:id="rId20"/>
    <p:sldId id="308" r:id="rId21"/>
    <p:sldId id="313" r:id="rId22"/>
    <p:sldId id="30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73B1C2A-3402-81DF-CB74-B4913CF9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91D0346-E55A-9EA2-9D94-119472228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4095759076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6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0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MAHENDRA U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joshwamahendra@gmail.com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7795266013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/>
              <a:t>Domain of Project – 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9776285" y="6400800"/>
            <a:ext cx="17908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|  College Admission Agent  | 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3C19E-DB08-EE0C-66C3-504D87F64A24}"/>
              </a:ext>
            </a:extLst>
          </p:cNvPr>
          <p:cNvSpPr txBox="1"/>
          <p:nvPr/>
        </p:nvSpPr>
        <p:spPr>
          <a:xfrm>
            <a:off x="1297932" y="1210659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AI-Powered-College-Admission-Agent</a:t>
            </a:r>
            <a:endParaRPr lang="en-US" sz="2400" dirty="0"/>
          </a:p>
          <a:p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11CE73-D6A0-DCD2-5089-55645367B8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441" t="42576" r="21448" b="37554"/>
          <a:stretch>
            <a:fillRect/>
          </a:stretch>
        </p:blipFill>
        <p:spPr>
          <a:xfrm>
            <a:off x="3958938" y="3611520"/>
            <a:ext cx="1189662" cy="101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770872"/>
            <a:ext cx="106070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sz="2400" b="0" dirty="0"/>
              <a:t>THE CHALLENGE</a:t>
            </a:r>
            <a:br>
              <a:rPr sz="2000" dirty="0"/>
            </a:br>
            <a:r>
              <a:rPr sz="2400" b="0" dirty="0"/>
              <a:t>Students often struggle to find accurate and timely information about college admissions. Course details, eligibility, fees, required documents, deadlines and scholarships may be scattered across admission documents and notices.</a:t>
            </a:r>
            <a:br>
              <a:rPr sz="2000" dirty="0"/>
            </a:br>
            <a:br>
              <a:rPr sz="2000" dirty="0"/>
            </a:br>
            <a:r>
              <a:rPr sz="2400" b="0" dirty="0"/>
              <a:t>THE OBJECTIVE</a:t>
            </a:r>
            <a:br>
              <a:rPr sz="2000" dirty="0"/>
            </a:br>
            <a:r>
              <a:rPr sz="2400" b="0" dirty="0"/>
              <a:t>• Answer admission questions instantly</a:t>
            </a:r>
            <a:br>
              <a:rPr sz="2000" dirty="0"/>
            </a:br>
            <a:r>
              <a:rPr sz="2400" b="0" dirty="0"/>
              <a:t>• Retrieve relevant information from admission documents</a:t>
            </a:r>
            <a:br>
              <a:rPr sz="2000" dirty="0"/>
            </a:br>
            <a:r>
              <a:rPr sz="2400" b="0" dirty="0"/>
              <a:t>• Generate context-aware answers using IBM Granite</a:t>
            </a:r>
            <a:br>
              <a:rPr sz="2000" dirty="0"/>
            </a:br>
            <a:r>
              <a:rPr sz="2400" b="0" dirty="0"/>
              <a:t>• Reduce misinformation and hallucinations</a:t>
            </a:r>
            <a:br>
              <a:rPr sz="2000" dirty="0"/>
            </a:br>
            <a:r>
              <a:rPr sz="2400" b="0" dirty="0"/>
              <a:t>• Provide source information with responses</a:t>
            </a:r>
            <a:br>
              <a:rPr sz="2000" dirty="0"/>
            </a:br>
            <a:r>
              <a:rPr sz="2400" b="0" dirty="0"/>
              <a:t>• Offer a simple student-friendly chat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8110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/>
              <a:t>Problem Statement: College Admission Agent</a:t>
            </a:r>
            <a:endParaRPr lang="en-IN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776285" y="6400800"/>
            <a:ext cx="17908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|  College Admission Agent  |  3</a:t>
            </a:r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1" y="1413063"/>
            <a:ext cx="1060704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sz="2400" b="0"/>
              <a:t>The proposed solution is a Retrieval-Augmented Generation (RAG) based College Admission Agent built using IBM Bob, IBM watsonx.ai and IBM Granite.</a:t>
            </a:r>
            <a:br>
              <a:rPr sz="2000"/>
            </a:br>
            <a:br>
              <a:rPr sz="2000"/>
            </a:br>
            <a:r>
              <a:rPr sz="2400" b="0"/>
              <a:t>FLOW</a:t>
            </a:r>
            <a:br>
              <a:rPr sz="2000"/>
            </a:br>
            <a:r>
              <a:rPr sz="2400" b="0"/>
              <a:t>Student Question → Flask API → RAG Retriever → Relevant Admission Context → IBM Granite → Answer + Sources</a:t>
            </a:r>
            <a:br>
              <a:rPr sz="2000"/>
            </a:br>
            <a:br>
              <a:rPr sz="2000"/>
            </a:br>
            <a:r>
              <a:rPr sz="2400" b="0"/>
              <a:t>The system uses an admission knowledge base so students can ask natural-language questions about courses, eligibility, fees, documents, deadlines and related admission information.</a:t>
            </a:r>
            <a:endParaRPr 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1" y="704088"/>
            <a:ext cx="10334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/>
              <a:t>Proposed Solution: AI-Powered College Admission Agent</a:t>
            </a:r>
            <a:endParaRPr lang="en-IN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870863" y="6400800"/>
            <a:ext cx="169629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College Admission Agent  |  4</a:t>
            </a:r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28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 b="0" dirty="0"/>
              <a:t>• IBM Bob – AI-assisted development, organization and troubleshooting</a:t>
            </a:r>
            <a:br>
              <a:rPr sz="2000" dirty="0"/>
            </a:br>
            <a:r>
              <a:rPr sz="2400" b="0" dirty="0"/>
              <a:t>• IBM Granite – natural-language understanding, reasoning and response generation</a:t>
            </a:r>
            <a:br>
              <a:rPr sz="2000" dirty="0"/>
            </a:br>
            <a:r>
              <a:rPr sz="2400" b="0" dirty="0"/>
              <a:t>• IBM watsonx.ai – access to IBM Granite models and AI services</a:t>
            </a:r>
            <a:br>
              <a:rPr sz="2000" dirty="0"/>
            </a:br>
            <a:r>
              <a:rPr sz="2400" b="0" dirty="0"/>
              <a:t>• RAG – retrieves relevant admission information before generation</a:t>
            </a:r>
            <a:br>
              <a:rPr sz="2000" dirty="0"/>
            </a:br>
            <a:r>
              <a:rPr sz="2400" b="0" dirty="0"/>
              <a:t>• Python – backend implementation</a:t>
            </a:r>
            <a:br>
              <a:rPr sz="2000" dirty="0"/>
            </a:br>
            <a:r>
              <a:rPr sz="2400" b="0" dirty="0"/>
              <a:t>• Flask – REST API and application backend</a:t>
            </a:r>
            <a:br>
              <a:rPr sz="2000" dirty="0"/>
            </a:br>
            <a:r>
              <a:rPr sz="2400" b="0" dirty="0"/>
              <a:t>• HTML / CSS / JavaScript – student-facing web interface</a:t>
            </a:r>
            <a:br>
              <a:rPr sz="2000" dirty="0"/>
            </a:br>
            <a:r>
              <a:rPr sz="2400" b="0" dirty="0"/>
              <a:t>• TF-IDF-style similarity retrieval – lightweight document retrieval</a:t>
            </a:r>
            <a:br>
              <a:rPr sz="2000" dirty="0"/>
            </a:br>
            <a:r>
              <a:rPr sz="2400" b="0" dirty="0"/>
              <a:t>• Admission knowledge base – source of project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0863" y="6400800"/>
            <a:ext cx="169629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College Admission Agent  |  5</a:t>
            </a:r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6988708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sz="2800" b="1" dirty="0"/>
              <a:t>Required Files Created Using IBM Bob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sz="1700" b="0"/>
              <a:t>PROJECT STRUCTURE</a:t>
            </a:r>
            <a:br/>
            <a:br/>
            <a:r>
              <a:rPr sz="1700" b="0"/>
              <a:t>BACKEND</a:t>
            </a:r>
            <a:br/>
            <a:r>
              <a:rPr sz="1700" b="0"/>
              <a:t>• app.py</a:t>
            </a:r>
            <a:br/>
            <a:r>
              <a:rPr sz="1700" b="0"/>
              <a:t>• granite.py</a:t>
            </a:r>
            <a:br/>
            <a:r>
              <a:rPr sz="1700" b="0"/>
              <a:t>• rag.py</a:t>
            </a:r>
            <a:br/>
            <a:r>
              <a:rPr sz="1700" b="0"/>
              <a:t>• embeddings.py</a:t>
            </a:r>
            <a:br/>
            <a:r>
              <a:rPr sz="1700" b="0"/>
              <a:t>• document_loader.py</a:t>
            </a:r>
            <a:br/>
            <a:r>
              <a:rPr sz="1700" b="0"/>
              <a:t>• requirements.txt</a:t>
            </a:r>
            <a:br/>
            <a:br/>
            <a:r>
              <a:rPr sz="1700" b="0"/>
              <a:t>FRONTEND</a:t>
            </a:r>
            <a:br/>
            <a:r>
              <a:rPr sz="1700" b="0"/>
              <a:t>• index.html</a:t>
            </a:r>
            <a:br/>
            <a:r>
              <a:rPr sz="1700" b="0"/>
              <a:t>• style.css</a:t>
            </a:r>
            <a:br/>
            <a:r>
              <a:rPr sz="1700" b="0"/>
              <a:t>• script.js</a:t>
            </a:r>
            <a:br/>
            <a:br/>
            <a:r>
              <a:rPr sz="1700" b="0"/>
              <a:t>KNOWLEDGE BASE &amp; DOCUMENTATION</a:t>
            </a:r>
            <a:br/>
            <a:r>
              <a:rPr sz="1700" b="0"/>
              <a:t>• admission_info.txt</a:t>
            </a:r>
            <a:br/>
            <a:r>
              <a:rPr sz="1700" b="0"/>
              <a:t>• README.md</a:t>
            </a:r>
            <a:br/>
            <a:r>
              <a:rPr sz="1700" b="0"/>
              <a:t>• .env.example</a:t>
            </a:r>
            <a:br/>
            <a:r>
              <a:rPr sz="1700" b="0"/>
              <a:t>• .gitignore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9870863" y="6400800"/>
            <a:ext cx="169629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College Admission Agent  |  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5EAB73-E6B5-F4B7-2CD4-67E9EB0F05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36"/>
          <a:stretch>
            <a:fillRect/>
          </a:stretch>
        </p:blipFill>
        <p:spPr>
          <a:xfrm>
            <a:off x="767762" y="948816"/>
            <a:ext cx="10443116" cy="536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sz="2800" b="1"/>
              <a:t>IBM Bob Screenshots</a:t>
            </a:r>
            <a:endParaRPr sz="2400" b="1">
              <a:sym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70863" y="6400800"/>
            <a:ext cx="169629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College Admission Agent  |  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0E1021-A671-9053-68B7-014FBA7B5C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2"/>
          <a:stretch>
            <a:fillRect/>
          </a:stretch>
        </p:blipFill>
        <p:spPr>
          <a:xfrm>
            <a:off x="624840" y="904009"/>
            <a:ext cx="9829800" cy="515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776285" y="6400800"/>
            <a:ext cx="17908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|  College Admission Agent  |  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04C81-069B-DD6C-4122-3C108D76A0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77" t="727"/>
          <a:stretch>
            <a:fillRect/>
          </a:stretch>
        </p:blipFill>
        <p:spPr>
          <a:xfrm>
            <a:off x="440576" y="338961"/>
            <a:ext cx="10947862" cy="59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sz="2800" b="1"/>
              <a:t>Architecture Blueprint</a:t>
            </a:r>
            <a:endParaRPr lang="en-US" sz="2400"/>
          </a:p>
        </p:txBody>
      </p:sp>
      <p:sp>
        <p:nvSpPr>
          <p:cNvPr id="6" name="TextBox 5"/>
          <p:cNvSpPr txBox="1"/>
          <p:nvPr/>
        </p:nvSpPr>
        <p:spPr>
          <a:xfrm>
            <a:off x="9838803" y="6400800"/>
            <a:ext cx="172835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lang="en-US" dirty="0"/>
              <a:t>]</a:t>
            </a:r>
            <a:r>
              <a:rPr dirty="0"/>
              <a:t>College Admission Agent  |  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5CC63-06AC-C9EA-DB66-21EE4D0E0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852054"/>
            <a:ext cx="10206610" cy="515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/>
              <a:t>Role of Agentic AI in the Solution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700" b="0"/>
              <a:t>Agentic AI enables the admission assistant to follow an intelligent workflow rather than acting as a simple static FAQ.</a:t>
            </a:r>
            <a:br/>
            <a:br/>
            <a:r>
              <a:rPr sz="1700" b="0"/>
              <a:t>• Understand – interprets the student's question</a:t>
            </a:r>
            <a:br/>
            <a:r>
              <a:rPr sz="1700" b="0"/>
              <a:t>• Retrieve – finds relevant admission information</a:t>
            </a:r>
            <a:br/>
            <a:r>
              <a:rPr sz="1700" b="0"/>
              <a:t>• Reason – processes retrieved context with IBM Granite</a:t>
            </a:r>
            <a:br/>
            <a:r>
              <a:rPr sz="1700" b="0"/>
              <a:t>• Generate – produces a student-friendly answer</a:t>
            </a:r>
            <a:br/>
            <a:r>
              <a:rPr sz="1700" b="0"/>
              <a:t>• Ground – keeps the answer tied to available context</a:t>
            </a:r>
            <a:br/>
            <a:r>
              <a:rPr sz="1700" b="0"/>
              <a:t>• Source – identifies the document used</a:t>
            </a:r>
            <a:br/>
            <a:br/>
            <a:r>
              <a:rPr sz="1700" b="0"/>
              <a:t>This makes the solution interactive, context-aware and goal-driven.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9712165" y="6400800"/>
            <a:ext cx="18549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|  College Admission Agent  |  10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8121792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sz="2800" b="1" dirty="0"/>
              <a:t>Project Output Screenshot – Home Page</a:t>
            </a:r>
            <a:endParaRPr sz="2400" b="1" dirty="0"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9806678" y="6400800"/>
            <a:ext cx="176048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endParaRPr lang="en-US" dirty="0"/>
          </a:p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College Admission Agent  |  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481842-1BA5-2AD8-53CE-EF5631904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65" y="1044262"/>
            <a:ext cx="9417626" cy="504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282"/>
          <p:cNvSpPr txBox="1"/>
          <p:nvPr/>
        </p:nvSpPr>
        <p:spPr>
          <a:xfrm>
            <a:off x="9712165" y="6400800"/>
            <a:ext cx="18549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|  College Admission Agent  |  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8132C-D24B-21B0-2F7D-37676FFF7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909" y="394854"/>
            <a:ext cx="9525000" cy="584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282"/>
          <p:cNvSpPr txBox="1"/>
          <p:nvPr/>
        </p:nvSpPr>
        <p:spPr>
          <a:xfrm>
            <a:off x="9806743" y="6400800"/>
            <a:ext cx="176041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College Admission Agent  |  14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EF56A-7C97-7CDB-24BE-552DF4516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773" y="446809"/>
            <a:ext cx="8704118" cy="580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73165B-221A-759C-8315-D102DEC74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882" y="420254"/>
            <a:ext cx="9026236" cy="601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596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E3031F-25B0-071A-43ED-BAD933DED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864" y="299027"/>
            <a:ext cx="9389918" cy="625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03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B8E62-8F2A-DA7F-C216-B7CD73AAC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918" y="177800"/>
            <a:ext cx="97536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93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sz="2800" b="1"/>
              <a:t>Novelty and Uniqueness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1700" b="0"/>
              <a:t>• RAG-Based Admission Assistant – retrieves relevant information before generation</a:t>
            </a:r>
            <a:br/>
            <a:r>
              <a:rPr sz="1700" b="0"/>
              <a:t>• Grounded Responses – answers are based on supplied admission context</a:t>
            </a:r>
            <a:br/>
            <a:r>
              <a:rPr sz="1700" b="0"/>
              <a:t>• Source-Aware Answers – source information is returned with responses</a:t>
            </a:r>
            <a:br/>
            <a:r>
              <a:rPr sz="1700" b="0"/>
              <a:t>• Natural-Language Queries – students can ask questions conversationally</a:t>
            </a:r>
            <a:br/>
            <a:r>
              <a:rPr sz="1700" b="0"/>
              <a:t>• Reduced Hallucination – can state when information is unavailable</a:t>
            </a:r>
            <a:br/>
            <a:r>
              <a:rPr sz="1700" b="0"/>
              <a:t>• Modular Architecture – retriever, document loader, Granite client and API are separated</a:t>
            </a:r>
            <a:br/>
            <a:r>
              <a:rPr sz="1700" b="0"/>
              <a:t>• Expandable Knowledge Base – additional admission documents can be added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9806743" y="6400800"/>
            <a:ext cx="176041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College Admission Agent  |  16</a:t>
            </a: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sz="2800" b="1"/>
              <a:t>GitHub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94951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2B3541"/>
              </a:buClr>
              <a:buSzPts val="1850"/>
            </a:pPr>
            <a:r>
              <a:rPr sz="1700" b="0" dirty="0"/>
              <a:t>PUBLIC GITHUB REPOSITORY</a:t>
            </a:r>
            <a:br>
              <a:rPr dirty="0"/>
            </a:br>
            <a:br>
              <a:rPr dirty="0"/>
            </a:br>
            <a:r>
              <a:rPr sz="1700" b="0" dirty="0" err="1"/>
              <a:t>Repository</a:t>
            </a:r>
            <a:r>
              <a:rPr sz="1700" b="0" dirty="0"/>
              <a:t> Name: </a:t>
            </a:r>
            <a:r>
              <a:rPr lang="en-US" sz="1600" b="1" dirty="0"/>
              <a:t>AI-Powered-College-Admission-Agent</a:t>
            </a:r>
          </a:p>
          <a:p>
            <a:pPr>
              <a:buClr>
                <a:srgbClr val="2B3541"/>
              </a:buClr>
              <a:buSzPts val="1850"/>
            </a:pPr>
            <a:br>
              <a:rPr dirty="0"/>
            </a:br>
            <a:r>
              <a:rPr sz="1700" b="0" dirty="0"/>
              <a:t>INCLUDE:</a:t>
            </a:r>
            <a:br>
              <a:rPr dirty="0"/>
            </a:br>
            <a:r>
              <a:rPr sz="1700" b="0" dirty="0"/>
              <a:t>1. Project source files</a:t>
            </a:r>
            <a:br>
              <a:rPr dirty="0"/>
            </a:br>
            <a:r>
              <a:rPr sz="1700" b="0" dirty="0"/>
              <a:t>2. Admission knowledge-base files</a:t>
            </a:r>
            <a:br>
              <a:rPr dirty="0"/>
            </a:br>
            <a:r>
              <a:rPr sz="1700" b="0" dirty="0"/>
              <a:t>3. README.md</a:t>
            </a:r>
            <a:br>
              <a:rPr dirty="0"/>
            </a:br>
            <a:r>
              <a:rPr sz="1700" b="0" dirty="0"/>
              <a:t>4. requirements.txt</a:t>
            </a:r>
            <a:br>
              <a:rPr dirty="0"/>
            </a:br>
            <a:r>
              <a:rPr sz="1700" b="0" dirty="0"/>
              <a:t>5. Problem statement PDF</a:t>
            </a:r>
            <a:br>
              <a:rPr dirty="0"/>
            </a:br>
            <a:r>
              <a:rPr sz="1700" b="0" dirty="0"/>
              <a:t>6. Project presentation PPTX</a:t>
            </a:r>
            <a:br>
              <a:rPr dirty="0"/>
            </a:br>
            <a:r>
              <a:rPr sz="1700" b="0" dirty="0"/>
              <a:t>7. Supporting files</a:t>
            </a:r>
            <a:br>
              <a:rPr dirty="0"/>
            </a:br>
            <a:br>
              <a:rPr dirty="0"/>
            </a:br>
            <a:r>
              <a:rPr sz="1700" b="0" dirty="0"/>
              <a:t>GITHUB URL:</a:t>
            </a:r>
            <a:r>
              <a:rPr lang="en-US" sz="1700" b="0" dirty="0"/>
              <a:t> </a:t>
            </a:r>
            <a:r>
              <a:rPr lang="en-US" dirty="0"/>
              <a:t>https://github.com/mahendrajoshwa-eng/AI-Powered-College-Admission-Agent.git</a:t>
            </a:r>
          </a:p>
          <a:p>
            <a:pPr lvl="0">
              <a:buClr>
                <a:srgbClr val="2B3541"/>
              </a:buClr>
              <a:buSzPts val="1850"/>
            </a:pPr>
            <a:endParaRPr sz="1700" b="0" dirty="0"/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9806743" y="6400800"/>
            <a:ext cx="176041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College Admission Agent  |  17</a:t>
            </a: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2800" b="1"/>
              <a:t>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411480" y="1084916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1700" b="0" dirty="0"/>
              <a:t>1. MULTI-COLLEGE KNOWLEDGE BASES – support admission information from multiple colleges and universities.</a:t>
            </a:r>
            <a:br>
              <a:rPr dirty="0"/>
            </a:br>
            <a:br>
              <a:rPr dirty="0"/>
            </a:br>
            <a:r>
              <a:rPr sz="1700" b="0" dirty="0"/>
              <a:t>2. PDF DOCUMENT PROCESSING – automatically ingest prospectuses, brochures and notices.</a:t>
            </a:r>
            <a:br>
              <a:rPr dirty="0"/>
            </a:br>
            <a:br>
              <a:rPr dirty="0"/>
            </a:br>
            <a:r>
              <a:rPr sz="1700" b="0" dirty="0"/>
              <a:t>3. ADVANCED VECTOR DATABASE – scale retrieval for larger document collections.</a:t>
            </a:r>
            <a:br>
              <a:rPr dirty="0"/>
            </a:br>
            <a:br>
              <a:rPr dirty="0"/>
            </a:br>
            <a:r>
              <a:rPr sz="1700" b="0" dirty="0"/>
              <a:t>4. MULTILINGUAL SUPPORT – Kannada, Hindi, Tamil, Telugu, Malayalam and more.</a:t>
            </a:r>
            <a:br>
              <a:rPr dirty="0"/>
            </a:br>
            <a:br>
              <a:rPr dirty="0"/>
            </a:br>
            <a:r>
              <a:rPr sz="1700" b="0" dirty="0"/>
              <a:t>5. VOICE ASSISTANT – allow students to ask questions using speech.</a:t>
            </a:r>
            <a:br>
              <a:rPr dirty="0"/>
            </a:br>
            <a:br>
              <a:rPr dirty="0"/>
            </a:br>
            <a:r>
              <a:rPr sz="1700" b="0" dirty="0"/>
              <a:t>6. REAL-TIME UPDATES – connect with official portals for current deadlines and admission notices.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06743" y="6400800"/>
            <a:ext cx="176041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College Admission Agent  |  18</a:t>
            </a:r>
          </a:p>
        </p:txBody>
      </p:sp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552048" y="2286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2800" b="1" dirty="0"/>
              <a:t>Certificates Earned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712165" y="6400800"/>
            <a:ext cx="18549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 dirty="0"/>
              <a:t>|  College Admission Agent  |  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9F2819-3B46-C369-26EF-E1D37AF76942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314B11-49B1-E158-F36B-78350A9E6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56" y="1221314"/>
            <a:ext cx="7273908" cy="541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A744D5-D585-F141-C6A3-625753176934}"/>
              </a:ext>
            </a:extLst>
          </p:cNvPr>
          <p:cNvSpPr txBox="1"/>
          <p:nvPr/>
        </p:nvSpPr>
        <p:spPr>
          <a:xfrm>
            <a:off x="496843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4A3A0-1148-B2DD-ADB6-2AFC196FCC94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IBM BOB Certificate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525268-9CB6-0D9C-E062-60E788606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816" y="1200580"/>
            <a:ext cx="8123624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964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D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Box 310"/>
          <p:cNvSpPr txBox="1"/>
          <p:nvPr/>
        </p:nvSpPr>
        <p:spPr>
          <a:xfrm>
            <a:off x="914400" y="14630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7DE87-41F8-2D5C-08D3-1E152AB6FDD2}"/>
              </a:ext>
            </a:extLst>
          </p:cNvPr>
          <p:cNvSpPr txBox="1"/>
          <p:nvPr/>
        </p:nvSpPr>
        <p:spPr>
          <a:xfrm>
            <a:off x="3047134" y="2828836"/>
            <a:ext cx="676188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CEBFF"/>
                </a:solidFill>
              </a:defRPr>
            </a:pPr>
            <a:r>
              <a:rPr lang="en-US" sz="2600" dirty="0"/>
              <a:t>AI-Powered College Admission Agent</a:t>
            </a:r>
          </a:p>
          <a:p>
            <a:pPr algn="ctr">
              <a:defRPr sz="2000">
                <a:solidFill>
                  <a:srgbClr val="DCEBFF"/>
                </a:solidFill>
              </a:defRPr>
            </a:pPr>
            <a:r>
              <a:rPr lang="en-US" sz="2000" dirty="0"/>
              <a:t>Presented by MAHENDRA U </a:t>
            </a:r>
          </a:p>
        </p:txBody>
      </p:sp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894</Words>
  <Application>Microsoft Office PowerPoint</Application>
  <PresentationFormat>Widescreen</PresentationFormat>
  <Paragraphs>70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Joshwa Mahi</cp:lastModifiedBy>
  <cp:revision>7</cp:revision>
  <dcterms:created xsi:type="dcterms:W3CDTF">2025-07-08T05:06:56Z</dcterms:created>
  <dcterms:modified xsi:type="dcterms:W3CDTF">2026-09-08T13:06:40Z</dcterms:modified>
</cp:coreProperties>
</file>